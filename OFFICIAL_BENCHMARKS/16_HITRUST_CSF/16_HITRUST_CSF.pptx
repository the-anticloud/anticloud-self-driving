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16 Hitrust Csf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2026-10-02T09:29:45.719283Z | Framework ID: 16_HITRUST_CSF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HITRUST CSF v11.3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49 control categories; encryption, access control, audit, incident response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e1 Assessment: PASS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Maps to HIPAA + ISO 27001 + NIST SP 800-53 simultaneously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24d03b0cc9c9ca0ea36e744df8311d78b2307f0f8c48182e6133895a54645b82</a:t>
            </a:r>
          </a:p>
          <a:p>
            <a:r>
              <a:rPr sz="1000">
                <a:solidFill>
                  <a:srgbClr val="222222"/>
                </a:solidFill>
              </a:rPr>
              <a:t>  SHA3-256 (chain) | 70aa22111646aa5c67a07fcec295e8e91c423db7f30d921d37d5f8c3b5737ea6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2026-10-02T09:29:45.719283Z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