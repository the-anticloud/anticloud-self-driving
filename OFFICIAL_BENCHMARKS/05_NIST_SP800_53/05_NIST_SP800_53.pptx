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2026-10-02T09:29:39.376730Z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ddb66bf3f2a76895fe98a400eb656e3cb5f717e30df2ee66eadef536250efb81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2026-10-02T09:29:39.376730Z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